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62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52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93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58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49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76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58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82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6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57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74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67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28DE7-C26B-40BB-801C-6810102FA6C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2FEEB-75CC-4ACE-915E-81AF27BB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72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FDBB53A-AB29-4B32-B972-56630F9AECCB}"/>
              </a:ext>
            </a:extLst>
          </p:cNvPr>
          <p:cNvSpPr txBox="1"/>
          <p:nvPr/>
        </p:nvSpPr>
        <p:spPr>
          <a:xfrm>
            <a:off x="155206" y="160120"/>
            <a:ext cx="83763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/>
              <a:t>테이블 </a:t>
            </a:r>
            <a:r>
              <a:rPr lang="en-US" altLang="ko-KR" sz="2000"/>
              <a:t>: ITEM_INFO (</a:t>
            </a:r>
            <a:r>
              <a:rPr lang="ko-KR" altLang="en-US" sz="2000"/>
              <a:t>상품정보 테이블</a:t>
            </a:r>
            <a:r>
              <a:rPr lang="en-US" altLang="ko-KR" sz="2000"/>
              <a:t>)</a:t>
            </a:r>
          </a:p>
          <a:p>
            <a:endParaRPr lang="en-US" altLang="ko-KR" sz="2000"/>
          </a:p>
          <a:p>
            <a:r>
              <a:rPr lang="ko-KR" altLang="en-US" sz="2000"/>
              <a:t>컬럼</a:t>
            </a:r>
            <a:endParaRPr lang="en-US" altLang="ko-KR" sz="2000"/>
          </a:p>
          <a:p>
            <a:r>
              <a:rPr lang="en-US" altLang="ko-KR" sz="2000"/>
              <a:t>  </a:t>
            </a:r>
            <a:r>
              <a:rPr lang="ko-KR" altLang="en-US" sz="2000"/>
              <a:t>상품번호</a:t>
            </a:r>
            <a:r>
              <a:rPr lang="en-US" altLang="ko-KR" sz="2000"/>
              <a:t>. </a:t>
            </a:r>
            <a:r>
              <a:rPr lang="ko-KR" altLang="en-US" sz="2000"/>
              <a:t>정수</a:t>
            </a:r>
            <a:r>
              <a:rPr lang="en-US" altLang="ko-KR" sz="2000"/>
              <a:t>. PK. 1</a:t>
            </a:r>
            <a:r>
              <a:rPr lang="ko-KR" altLang="en-US" sz="2000"/>
              <a:t>씩 자동 증가</a:t>
            </a:r>
            <a:endParaRPr lang="en-US" altLang="ko-KR" sz="2000"/>
          </a:p>
          <a:p>
            <a:r>
              <a:rPr lang="en-US" altLang="ko-KR" sz="2000"/>
              <a:t>  </a:t>
            </a:r>
            <a:r>
              <a:rPr lang="ko-KR" altLang="en-US" sz="2000"/>
              <a:t>상품명</a:t>
            </a:r>
            <a:r>
              <a:rPr lang="en-US" altLang="ko-KR" sz="2000"/>
              <a:t>. </a:t>
            </a:r>
            <a:r>
              <a:rPr lang="ko-KR" altLang="en-US" sz="2000"/>
              <a:t>문자열</a:t>
            </a:r>
            <a:r>
              <a:rPr lang="en-US" altLang="ko-KR" sz="2000"/>
              <a:t>(</a:t>
            </a:r>
            <a:r>
              <a:rPr lang="ko-KR" altLang="en-US" sz="2000"/>
              <a:t>최대</a:t>
            </a:r>
            <a:r>
              <a:rPr lang="en-US" altLang="ko-KR" sz="2000"/>
              <a:t>20</a:t>
            </a:r>
            <a:r>
              <a:rPr lang="ko-KR" altLang="en-US" sz="2000"/>
              <a:t>글자</a:t>
            </a:r>
            <a:r>
              <a:rPr lang="en-US" altLang="ko-KR" sz="2000"/>
              <a:t>), </a:t>
            </a:r>
            <a:r>
              <a:rPr lang="ko-KR" altLang="en-US" sz="2000"/>
              <a:t>필수입력</a:t>
            </a:r>
            <a:endParaRPr lang="en-US" altLang="ko-KR" sz="2000"/>
          </a:p>
          <a:p>
            <a:r>
              <a:rPr lang="en-US" altLang="ko-KR" sz="2000"/>
              <a:t>  </a:t>
            </a:r>
            <a:r>
              <a:rPr lang="ko-KR" altLang="en-US" sz="2000"/>
              <a:t>가격</a:t>
            </a:r>
            <a:r>
              <a:rPr lang="en-US" altLang="ko-KR" sz="2000"/>
              <a:t>. </a:t>
            </a:r>
            <a:r>
              <a:rPr lang="ko-KR" altLang="en-US" sz="2000"/>
              <a:t>정수</a:t>
            </a:r>
            <a:r>
              <a:rPr lang="en-US" altLang="ko-KR" sz="2000"/>
              <a:t>. </a:t>
            </a:r>
            <a:r>
              <a:rPr lang="ko-KR" altLang="en-US" sz="2000"/>
              <a:t>필수입력</a:t>
            </a:r>
            <a:endParaRPr lang="en-US" altLang="ko-KR" sz="2000"/>
          </a:p>
          <a:p>
            <a:r>
              <a:rPr lang="en-US" altLang="ko-KR" sz="2000"/>
              <a:t>  </a:t>
            </a:r>
            <a:r>
              <a:rPr lang="ko-KR" altLang="en-US" sz="2000"/>
              <a:t>상품등록자명</a:t>
            </a:r>
            <a:r>
              <a:rPr lang="en-US" altLang="ko-KR" sz="2000"/>
              <a:t>.</a:t>
            </a:r>
            <a:r>
              <a:rPr lang="ko-KR" altLang="en-US" sz="2000"/>
              <a:t> 문자열</a:t>
            </a:r>
            <a:r>
              <a:rPr lang="en-US" altLang="ko-KR" sz="2000"/>
              <a:t>(</a:t>
            </a:r>
            <a:r>
              <a:rPr lang="ko-KR" altLang="en-US" sz="2000"/>
              <a:t>최대</a:t>
            </a:r>
            <a:r>
              <a:rPr lang="en-US" altLang="ko-KR" sz="2000"/>
              <a:t>10</a:t>
            </a:r>
            <a:r>
              <a:rPr lang="ko-KR" altLang="en-US" sz="2000"/>
              <a:t>글자</a:t>
            </a:r>
            <a:r>
              <a:rPr lang="en-US" altLang="ko-KR" sz="2000"/>
              <a:t>)</a:t>
            </a:r>
          </a:p>
          <a:p>
            <a:r>
              <a:rPr lang="en-US" altLang="ko-KR" sz="2000"/>
              <a:t>  </a:t>
            </a:r>
            <a:r>
              <a:rPr lang="ko-KR" altLang="en-US" sz="2000"/>
              <a:t>상품안내</a:t>
            </a:r>
            <a:r>
              <a:rPr lang="en-US" altLang="ko-KR" sz="2000"/>
              <a:t>. </a:t>
            </a:r>
            <a:r>
              <a:rPr lang="ko-KR" altLang="en-US" sz="2000"/>
              <a:t>문자열</a:t>
            </a:r>
            <a:r>
              <a:rPr lang="en-US" altLang="ko-KR" sz="2000"/>
              <a:t>(</a:t>
            </a:r>
            <a:r>
              <a:rPr lang="ko-KR" altLang="en-US" sz="2000"/>
              <a:t>최대</a:t>
            </a:r>
            <a:r>
              <a:rPr lang="en-US" altLang="ko-KR" sz="2000"/>
              <a:t>50</a:t>
            </a:r>
            <a:r>
              <a:rPr lang="ko-KR" altLang="en-US" sz="2000"/>
              <a:t>글자</a:t>
            </a:r>
            <a:r>
              <a:rPr lang="en-US" altLang="ko-KR" sz="2000"/>
              <a:t>)</a:t>
            </a:r>
          </a:p>
          <a:p>
            <a:r>
              <a:rPr lang="en-US" altLang="ko-KR" sz="2000"/>
              <a:t>  </a:t>
            </a:r>
            <a:r>
              <a:rPr lang="ko-KR" altLang="en-US" sz="2000"/>
              <a:t>상품등록일</a:t>
            </a:r>
            <a:r>
              <a:rPr lang="en-US" altLang="ko-KR" sz="2000"/>
              <a:t>. </a:t>
            </a:r>
            <a:r>
              <a:rPr lang="ko-KR" altLang="en-US" sz="2000"/>
              <a:t>날짜및시간</a:t>
            </a:r>
            <a:r>
              <a:rPr lang="en-US" altLang="ko-KR" sz="2000"/>
              <a:t>. </a:t>
            </a:r>
            <a:r>
              <a:rPr lang="ko-KR" altLang="en-US" sz="2000"/>
              <a:t>등록 시 자동으로 오늘날짜 세팅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4668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2224193" y="1346721"/>
          <a:ext cx="7894495" cy="2643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3">
                  <a:extLst>
                    <a:ext uri="{9D8B030D-6E8A-4147-A177-3AD203B41FA5}">
                      <a16:colId xmlns:a16="http://schemas.microsoft.com/office/drawing/2014/main" val="2111718727"/>
                    </a:ext>
                  </a:extLst>
                </a:gridCol>
                <a:gridCol w="2261826">
                  <a:extLst>
                    <a:ext uri="{9D8B030D-6E8A-4147-A177-3AD203B41FA5}">
                      <a16:colId xmlns:a16="http://schemas.microsoft.com/office/drawing/2014/main" val="2863482481"/>
                    </a:ext>
                  </a:extLst>
                </a:gridCol>
                <a:gridCol w="880380">
                  <a:extLst>
                    <a:ext uri="{9D8B030D-6E8A-4147-A177-3AD203B41FA5}">
                      <a16:colId xmlns:a16="http://schemas.microsoft.com/office/drawing/2014/main" val="2413153213"/>
                    </a:ext>
                  </a:extLst>
                </a:gridCol>
                <a:gridCol w="2111668">
                  <a:extLst>
                    <a:ext uri="{9D8B030D-6E8A-4147-A177-3AD203B41FA5}">
                      <a16:colId xmlns:a16="http://schemas.microsoft.com/office/drawing/2014/main" val="3564692671"/>
                    </a:ext>
                  </a:extLst>
                </a:gridCol>
                <a:gridCol w="2111668">
                  <a:extLst>
                    <a:ext uri="{9D8B030D-6E8A-4147-A177-3AD203B41FA5}">
                      <a16:colId xmlns:a16="http://schemas.microsoft.com/office/drawing/2014/main" val="1277070847"/>
                    </a:ext>
                  </a:extLst>
                </a:gridCol>
              </a:tblGrid>
              <a:tr h="4515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상품명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가격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상품등록자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등록일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385485"/>
                  </a:ext>
                </a:extLst>
              </a:tr>
              <a:tr h="438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데님 청바지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50000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김자바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2025-01-21 10:22:50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487942"/>
                  </a:ext>
                </a:extLst>
              </a:tr>
              <a:tr h="438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맨투맨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35000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이자바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2025-03-05 10:22:50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628139"/>
                  </a:ext>
                </a:extLst>
              </a:tr>
              <a:tr h="438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등산 양말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10000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김자바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2021-05-06 10:22:50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605170"/>
                  </a:ext>
                </a:extLst>
              </a:tr>
              <a:tr h="438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긴 팔 셔츠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60000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이자바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2021-08-10 10:22:50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830051"/>
                  </a:ext>
                </a:extLst>
              </a:tr>
              <a:tr h="438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한겨울 패딩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150000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김자바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2021-09-15 10:22:50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900145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5242264" y="4136603"/>
            <a:ext cx="1104993" cy="255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상품등록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4579889" y="180216"/>
            <a:ext cx="4804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상품목록</a:t>
            </a:r>
            <a:endParaRPr lang="ko-KR" altLang="en-US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4AD27D-60A0-4E88-9F41-8DE6F6317306}"/>
              </a:ext>
            </a:extLst>
          </p:cNvPr>
          <p:cNvSpPr txBox="1"/>
          <p:nvPr/>
        </p:nvSpPr>
        <p:spPr>
          <a:xfrm>
            <a:off x="1195956" y="4524240"/>
            <a:ext cx="9706062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리액트</a:t>
            </a:r>
            <a:r>
              <a:rPr lang="ko-KR" altLang="en-US" sz="1600" dirty="0"/>
              <a:t> 프로젝트가 </a:t>
            </a:r>
            <a:r>
              <a:rPr lang="ko-KR" altLang="en-US" sz="1600"/>
              <a:t>시작되면 상품 </a:t>
            </a:r>
            <a:r>
              <a:rPr lang="ko-KR" altLang="en-US" sz="1600" dirty="0"/>
              <a:t>목록 페이지가 보인다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하단의 상품등록 </a:t>
            </a:r>
            <a:r>
              <a:rPr lang="ko-KR" altLang="en-US" sz="1600" dirty="0"/>
              <a:t>클릭 </a:t>
            </a:r>
            <a:r>
              <a:rPr lang="ko-KR" altLang="en-US" sz="1600"/>
              <a:t>시 상품등록 페이지로 이동한다</a:t>
            </a:r>
            <a:r>
              <a:rPr lang="en-US" altLang="ko-KR" sz="160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No</a:t>
            </a:r>
            <a:r>
              <a:rPr lang="ko-KR" altLang="en-US" sz="1600"/>
              <a:t>는 상품번호가 </a:t>
            </a:r>
            <a:r>
              <a:rPr lang="ko-KR" altLang="en-US" sz="1600" dirty="0"/>
              <a:t>아닌 데이터 수를 나타낸다</a:t>
            </a:r>
            <a:r>
              <a:rPr lang="en-US" altLang="ko-KR" sz="1600"/>
              <a:t>. </a:t>
            </a:r>
            <a:r>
              <a:rPr lang="ko-KR" altLang="en-US" sz="1600"/>
              <a:t>상품은 최신 등록 상품부터 </a:t>
            </a:r>
            <a:r>
              <a:rPr lang="ko-KR" altLang="en-US" sz="1600" dirty="0"/>
              <a:t>조회되도록 </a:t>
            </a:r>
            <a:r>
              <a:rPr lang="ko-KR" altLang="en-US" sz="1600"/>
              <a:t>한다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각 게시글의 제목 클릭 시 상세보기 페이지로 이동한다</a:t>
            </a:r>
            <a:r>
              <a:rPr lang="en-US" altLang="ko-KR" sz="160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BB53A-AB29-4B32-B972-56630F9AECCB}"/>
              </a:ext>
            </a:extLst>
          </p:cNvPr>
          <p:cNvSpPr txBox="1"/>
          <p:nvPr/>
        </p:nvSpPr>
        <p:spPr>
          <a:xfrm>
            <a:off x="155207" y="160120"/>
            <a:ext cx="250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ItemList.jsx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828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5618909" y="4352803"/>
            <a:ext cx="1104993" cy="255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등록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738947"/>
              </p:ext>
            </p:extLst>
          </p:nvPr>
        </p:nvGraphicFramePr>
        <p:xfrm>
          <a:off x="1940465" y="1091899"/>
          <a:ext cx="8461883" cy="307740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4988">
                  <a:extLst>
                    <a:ext uri="{9D8B030D-6E8A-4147-A177-3AD203B41FA5}">
                      <a16:colId xmlns:a16="http://schemas.microsoft.com/office/drawing/2014/main" val="594217860"/>
                    </a:ext>
                  </a:extLst>
                </a:gridCol>
                <a:gridCol w="6536895">
                  <a:extLst>
                    <a:ext uri="{9D8B030D-6E8A-4147-A177-3AD203B41FA5}">
                      <a16:colId xmlns:a16="http://schemas.microsoft.com/office/drawing/2014/main" val="135845621"/>
                    </a:ext>
                  </a:extLst>
                </a:gridCol>
              </a:tblGrid>
              <a:tr h="290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상품명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47572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가격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712476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등록자명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015036"/>
                  </a:ext>
                </a:extLst>
              </a:tr>
              <a:tr h="19801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상품안내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040524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3996392" y="1174826"/>
            <a:ext cx="6254954" cy="2493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004781" y="2446720"/>
            <a:ext cx="6254954" cy="16654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EAF04-474E-4A61-B546-A9DCB1E5F522}"/>
              </a:ext>
            </a:extLst>
          </p:cNvPr>
          <p:cNvSpPr txBox="1"/>
          <p:nvPr/>
        </p:nvSpPr>
        <p:spPr>
          <a:xfrm>
            <a:off x="1940465" y="4879652"/>
            <a:ext cx="8461883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등록 </a:t>
            </a:r>
            <a:r>
              <a:rPr lang="ko-KR" altLang="en-US" dirty="0"/>
              <a:t>클릭 시 글 등록 기능 실행 </a:t>
            </a:r>
            <a:r>
              <a:rPr lang="ko-KR" altLang="en-US"/>
              <a:t>후 상품 </a:t>
            </a:r>
            <a:r>
              <a:rPr lang="ko-KR" altLang="en-US" dirty="0"/>
              <a:t>목록 </a:t>
            </a:r>
            <a:r>
              <a:rPr lang="ko-KR" altLang="en-US"/>
              <a:t>페이지로 이동</a:t>
            </a:r>
            <a:r>
              <a:rPr lang="en-US" altLang="ko-KR"/>
              <a:t>.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/>
              <a:t>상품명과 가격은 입력하지 않으면 상품등록이 되지 않도록 한다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049FA-900D-48ED-B0D1-A531C1F36C31}"/>
              </a:ext>
            </a:extLst>
          </p:cNvPr>
          <p:cNvSpPr txBox="1"/>
          <p:nvPr/>
        </p:nvSpPr>
        <p:spPr>
          <a:xfrm>
            <a:off x="4228051" y="398921"/>
            <a:ext cx="4804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상품</a:t>
            </a:r>
            <a:r>
              <a:rPr lang="en-US" altLang="ko-KR" sz="3200"/>
              <a:t> </a:t>
            </a:r>
            <a:r>
              <a:rPr lang="ko-KR" altLang="en-US" sz="3200"/>
              <a:t>등록</a:t>
            </a:r>
            <a:endParaRPr lang="ko-KR" altLang="en-US" sz="3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E99249-F8CC-744F-160E-9CE5F99CCF07}"/>
              </a:ext>
            </a:extLst>
          </p:cNvPr>
          <p:cNvSpPr/>
          <p:nvPr/>
        </p:nvSpPr>
        <p:spPr>
          <a:xfrm>
            <a:off x="3996392" y="1518709"/>
            <a:ext cx="6254954" cy="2493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A009B-0DA0-4E99-AAA3-F70D24AA3367}"/>
              </a:ext>
            </a:extLst>
          </p:cNvPr>
          <p:cNvSpPr txBox="1"/>
          <p:nvPr/>
        </p:nvSpPr>
        <p:spPr>
          <a:xfrm>
            <a:off x="155207" y="160120"/>
            <a:ext cx="250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ItemForm.jsx</a:t>
            </a:r>
            <a:endParaRPr lang="ko-KR" altLang="en-US" sz="2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8665AA-F189-47DE-BF63-A69701A11332}"/>
              </a:ext>
            </a:extLst>
          </p:cNvPr>
          <p:cNvSpPr/>
          <p:nvPr/>
        </p:nvSpPr>
        <p:spPr>
          <a:xfrm>
            <a:off x="3996392" y="1881426"/>
            <a:ext cx="6254954" cy="2493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839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4406046" y="3566049"/>
            <a:ext cx="1350112" cy="255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목록가기</a:t>
            </a:r>
            <a:endParaRPr lang="ko-KR" altLang="en-US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188820" y="3566049"/>
            <a:ext cx="1350112" cy="255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796EFE61-D517-43D5-8916-CF7BD7C00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07969"/>
              </p:ext>
            </p:extLst>
          </p:nvPr>
        </p:nvGraphicFramePr>
        <p:xfrm>
          <a:off x="1013522" y="1252043"/>
          <a:ext cx="10164955" cy="1924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227">
                  <a:extLst>
                    <a:ext uri="{9D8B030D-6E8A-4147-A177-3AD203B41FA5}">
                      <a16:colId xmlns:a16="http://schemas.microsoft.com/office/drawing/2014/main" val="3131954175"/>
                    </a:ext>
                  </a:extLst>
                </a:gridCol>
                <a:gridCol w="2490107">
                  <a:extLst>
                    <a:ext uri="{9D8B030D-6E8A-4147-A177-3AD203B41FA5}">
                      <a16:colId xmlns:a16="http://schemas.microsoft.com/office/drawing/2014/main" val="376500539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3594387726"/>
                    </a:ext>
                  </a:extLst>
                </a:gridCol>
                <a:gridCol w="1812471">
                  <a:extLst>
                    <a:ext uri="{9D8B030D-6E8A-4147-A177-3AD203B41FA5}">
                      <a16:colId xmlns:a16="http://schemas.microsoft.com/office/drawing/2014/main" val="4268436149"/>
                    </a:ext>
                  </a:extLst>
                </a:gridCol>
                <a:gridCol w="1447245">
                  <a:extLst>
                    <a:ext uri="{9D8B030D-6E8A-4147-A177-3AD203B41FA5}">
                      <a16:colId xmlns:a16="http://schemas.microsoft.com/office/drawing/2014/main" val="1768563871"/>
                    </a:ext>
                  </a:extLst>
                </a:gridCol>
                <a:gridCol w="1385762">
                  <a:extLst>
                    <a:ext uri="{9D8B030D-6E8A-4147-A177-3AD203B41FA5}">
                      <a16:colId xmlns:a16="http://schemas.microsoft.com/office/drawing/2014/main" val="38900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등록일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2024-07-01 10:22:50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등록자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자격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50000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296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상품명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청바지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90664"/>
                  </a:ext>
                </a:extLst>
              </a:tr>
              <a:tr h="1182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상품안내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사계절 착용할 수 있는 청바지입니다</a:t>
                      </a:r>
                      <a:r>
                        <a:rPr lang="en-US" altLang="ko-KR"/>
                        <a:t>.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4386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38A35CC-8000-4D0A-8975-958F37FF993D}"/>
              </a:ext>
            </a:extLst>
          </p:cNvPr>
          <p:cNvSpPr txBox="1"/>
          <p:nvPr/>
        </p:nvSpPr>
        <p:spPr>
          <a:xfrm>
            <a:off x="3693620" y="471512"/>
            <a:ext cx="4804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상품 </a:t>
            </a:r>
            <a:r>
              <a:rPr lang="ko-KR" altLang="en-US" sz="3200" dirty="0"/>
              <a:t>상세 정보 페이지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D3566-EACA-D0BD-798D-B07ED67046FC}"/>
              </a:ext>
            </a:extLst>
          </p:cNvPr>
          <p:cNvSpPr txBox="1"/>
          <p:nvPr/>
        </p:nvSpPr>
        <p:spPr>
          <a:xfrm>
            <a:off x="3083465" y="3977815"/>
            <a:ext cx="6632036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상세 페이지에서는 상품의 </a:t>
            </a:r>
            <a:r>
              <a:rPr lang="ko-KR" altLang="en-US" dirty="0"/>
              <a:t>모든 정보가 표현된다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err="1"/>
              <a:t>목록가기</a:t>
            </a:r>
            <a:r>
              <a:rPr lang="ko-KR" altLang="en-US" dirty="0"/>
              <a:t> 클릭 </a:t>
            </a:r>
            <a:r>
              <a:rPr lang="ko-KR" altLang="en-US"/>
              <a:t>시 상품 </a:t>
            </a:r>
            <a:r>
              <a:rPr lang="ko-KR" altLang="en-US" dirty="0"/>
              <a:t>목록 페이지로 이동한다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/>
              <a:t>삭제 </a:t>
            </a:r>
            <a:r>
              <a:rPr lang="ko-KR" altLang="en-US" dirty="0"/>
              <a:t>버튼 클릭 </a:t>
            </a:r>
            <a:r>
              <a:rPr lang="ko-KR" altLang="en-US"/>
              <a:t>시 상품 </a:t>
            </a:r>
            <a:r>
              <a:rPr lang="ko-KR" altLang="en-US" dirty="0"/>
              <a:t>삭제 후 </a:t>
            </a:r>
            <a:r>
              <a:rPr lang="ko-KR" altLang="en-US"/>
              <a:t>목록페이지로 이동한다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7B720-3976-4190-BFB2-B7E8D8333A2E}"/>
              </a:ext>
            </a:extLst>
          </p:cNvPr>
          <p:cNvSpPr txBox="1"/>
          <p:nvPr/>
        </p:nvSpPr>
        <p:spPr>
          <a:xfrm>
            <a:off x="155207" y="160120"/>
            <a:ext cx="250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ItemDetail.jsx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4798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232</Words>
  <Application>Microsoft Office PowerPoint</Application>
  <PresentationFormat>와이드스크린</PresentationFormat>
  <Paragraphs>72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MyPc</dc:creator>
  <cp:lastModifiedBy>GRC</cp:lastModifiedBy>
  <cp:revision>24</cp:revision>
  <dcterms:created xsi:type="dcterms:W3CDTF">2021-01-27T23:43:20Z</dcterms:created>
  <dcterms:modified xsi:type="dcterms:W3CDTF">2026-02-10T08:50:13Z</dcterms:modified>
</cp:coreProperties>
</file>